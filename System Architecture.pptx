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952DA-8DE3-679C-9031-1825476F6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C284E2-229A-F7E0-D53B-5787D5808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10D1E-FBDA-8B64-6F26-77F07F23E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BBD5-CBB4-41D9-B1F3-A29D9D42D9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45E72-5F6F-99D0-87A2-09B63E493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EB7D9-F0E9-BD4B-0493-DCFBDDC9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68979-47FC-4014-AAD7-B3A804077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80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C36C2-3BCA-1864-2869-9587EA60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8D70E-FA30-98C0-D2C0-6B7E5D7D4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D93E-C2E1-76EF-B52F-265E6841A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BBD5-CBB4-41D9-B1F3-A29D9D42D9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44E5F-C434-FEB0-2A2C-AEB106266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8DA5C-7DEF-7C69-6691-993CD2C6B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68979-47FC-4014-AAD7-B3A804077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47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4B20E-5829-B334-2F3B-19AA9C8CA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1FA21-008C-2021-F6EA-FB529A2E3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C06CA-C49F-081E-BC78-665F2E21B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BBD5-CBB4-41D9-B1F3-A29D9D42D9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0A99F-A46A-14F1-2976-2863C3199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2D97F-4EBC-13C5-CDCF-FB0E79CEC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68979-47FC-4014-AAD7-B3A804077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06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BB0D-1D01-B3A0-888A-1153DFA35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231C-D898-A08B-E9F5-30CF821027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7441D-E296-D448-254A-F49AE9A2D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6A2CC-AABD-77B8-08C5-563DA280D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BBD5-CBB4-41D9-B1F3-A29D9D42D9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94ED8-D808-BA8E-A2A6-E6CD1B5E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5DBC4-31B5-70C3-5D2D-8A51F001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68979-47FC-4014-AAD7-B3A804077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2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17844-B282-6081-720B-45C826225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7B62D-B143-30A9-623D-27D726873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EF073-48C3-D7EF-A00C-31B500470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41D98-6BC2-32FF-7FA2-8AFDF43F0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11BF5-8CFD-3FC8-FB88-00730E7ED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F1AA22-783E-0DF0-D3A0-802154D20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BBD5-CBB4-41D9-B1F3-A29D9D42D9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71050-A0A5-5693-B8F6-E0350765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7367D3-0FE8-474D-BFB3-BB5635F7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68979-47FC-4014-AAD7-B3A804077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92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20E9-AB7E-416B-8642-098C930F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912F90-874B-F32B-5B8E-5B8BFECD8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BBD5-CBB4-41D9-B1F3-A29D9D42D9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C9C49-58E0-D076-173F-0A96D5149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DF123-E8D7-B905-52D9-3F94C6B9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68979-47FC-4014-AAD7-B3A804077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0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CD69E1-4DEB-7A9C-3A06-37AAC9E3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BBD5-CBB4-41D9-B1F3-A29D9D42D9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8207CE-A09B-485D-3450-D6C747577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38B9B-83E8-9B9D-8F5E-31864FF44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68979-47FC-4014-AAD7-B3A804077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04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3C1A4-68F1-B391-530E-603D12305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E0D5-D334-08A0-4D95-8F61888E9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4A782-68F4-A842-4643-1DA1CD7B3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C99A6-7775-ABBF-9DB5-1B864FA94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BBD5-CBB4-41D9-B1F3-A29D9D42D9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21886-B9E6-A3C8-77F9-7C8DD72D8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25719-4E51-E4C9-2EDF-1F090C36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68979-47FC-4014-AAD7-B3A804077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57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1BF4B-0AE4-DAE6-5924-A3035C28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BE44E-4545-2E10-6B16-AD4286059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538E5-5C4D-ABFE-563F-B07A9EDB0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B232F-7EDF-1200-D5D7-2DD2D5F4B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BBD5-CBB4-41D9-B1F3-A29D9D42D9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789B7-B4E8-8B58-D83A-5D4C6A9B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64B21-BE72-340D-A101-67A78340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68979-47FC-4014-AAD7-B3A804077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02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572F3-D2C2-0A3E-F104-5655FF54A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16E4B-8054-0C90-0530-57818E3C3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58D99-9250-BC70-C0C0-1426CD9FC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BBD5-CBB4-41D9-B1F3-A29D9D42D9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A110D-5A02-7CEC-3520-C09937C16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B6FA0-DB4A-D784-4573-CF300C7B1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68979-47FC-4014-AAD7-B3A804077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5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7B5059-DA35-04AB-198B-3D8373150E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8B95D-CA62-5E2B-D4CF-9CF74B21B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BF4BB-E859-0B09-7968-11F05BE05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BBD5-CBB4-41D9-B1F3-A29D9D42D9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DBB86-2441-11D5-B60D-64EFE8273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F8E33-82EA-12E3-4720-FE5BF8B8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68979-47FC-4014-AAD7-B3A804077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0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708206-1E6A-7CF8-D340-A597D940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4B7DD-1E5C-163A-0A27-E44CEDA58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90776-9907-EA50-7754-82251EFFE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1BBD5-CBB4-41D9-B1F3-A29D9D42D9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6509D-6A93-62FC-83D1-DD21E874B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3A605-D1D4-B8EA-57BA-7AB984D6E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68979-47FC-4014-AAD7-B3A804077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04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A69187-293C-BBDE-09E3-00A974DF54BB}"/>
              </a:ext>
            </a:extLst>
          </p:cNvPr>
          <p:cNvSpPr/>
          <p:nvPr/>
        </p:nvSpPr>
        <p:spPr>
          <a:xfrm>
            <a:off x="1684020" y="155015"/>
            <a:ext cx="9573768" cy="3566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VSCode</a:t>
            </a:r>
            <a:r>
              <a:rPr lang="en-US" dirty="0"/>
              <a:t> Keystroke Tracker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CE7CBA-C56C-11ED-0F2A-EE26705164E0}"/>
              </a:ext>
            </a:extLst>
          </p:cNvPr>
          <p:cNvSpPr/>
          <p:nvPr/>
        </p:nvSpPr>
        <p:spPr>
          <a:xfrm>
            <a:off x="5789676" y="748294"/>
            <a:ext cx="1014984" cy="25539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Activation function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130A23-C601-E9DF-DACC-2AF64D53CF40}"/>
              </a:ext>
            </a:extLst>
          </p:cNvPr>
          <p:cNvSpPr/>
          <p:nvPr/>
        </p:nvSpPr>
        <p:spPr>
          <a:xfrm>
            <a:off x="5789676" y="1267821"/>
            <a:ext cx="1014984" cy="25539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Create UI Status Bar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23C1D0-6FB8-B703-4A17-1BC73C666445}"/>
              </a:ext>
            </a:extLst>
          </p:cNvPr>
          <p:cNvSpPr/>
          <p:nvPr/>
        </p:nvSpPr>
        <p:spPr>
          <a:xfrm>
            <a:off x="1684020" y="1257660"/>
            <a:ext cx="1014984" cy="25539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Load Stats from JSON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442FF2-F677-1ED5-E18A-83EFBCF46B13}"/>
              </a:ext>
            </a:extLst>
          </p:cNvPr>
          <p:cNvSpPr/>
          <p:nvPr/>
        </p:nvSpPr>
        <p:spPr>
          <a:xfrm>
            <a:off x="10242804" y="1257660"/>
            <a:ext cx="1014984" cy="25539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Register Listeners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916236-929D-A06F-7EB8-024EFB5DA4C3}"/>
              </a:ext>
            </a:extLst>
          </p:cNvPr>
          <p:cNvSpPr/>
          <p:nvPr/>
        </p:nvSpPr>
        <p:spPr>
          <a:xfrm>
            <a:off x="8816340" y="2657307"/>
            <a:ext cx="1417320" cy="25539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Update Status Bar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396357-A9A8-0598-3621-51517696E401}"/>
              </a:ext>
            </a:extLst>
          </p:cNvPr>
          <p:cNvSpPr/>
          <p:nvPr/>
        </p:nvSpPr>
        <p:spPr>
          <a:xfrm>
            <a:off x="5789676" y="1685778"/>
            <a:ext cx="1014984" cy="25539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Event Loop (Main Loop)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E49534-8480-3B7F-ED47-8402ECDDAA8E}"/>
              </a:ext>
            </a:extLst>
          </p:cNvPr>
          <p:cNvSpPr/>
          <p:nvPr/>
        </p:nvSpPr>
        <p:spPr>
          <a:xfrm>
            <a:off x="2692146" y="2688642"/>
            <a:ext cx="1705356" cy="25539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Text Change Handler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FBF1525-8F2A-210D-6B89-5F293D67D7F9}"/>
              </a:ext>
            </a:extLst>
          </p:cNvPr>
          <p:cNvSpPr/>
          <p:nvPr/>
        </p:nvSpPr>
        <p:spPr>
          <a:xfrm>
            <a:off x="2689860" y="2229728"/>
            <a:ext cx="1705356" cy="25539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onDidChangeText</a:t>
            </a:r>
            <a:r>
              <a:rPr lang="en-US" sz="1000" dirty="0"/>
              <a:t> Document Event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CA69F9A-6BE3-9241-09D0-0058B724F333}"/>
              </a:ext>
            </a:extLst>
          </p:cNvPr>
          <p:cNvSpPr/>
          <p:nvPr/>
        </p:nvSpPr>
        <p:spPr>
          <a:xfrm>
            <a:off x="8816340" y="2229729"/>
            <a:ext cx="1417320" cy="25539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onDidChangeActive</a:t>
            </a:r>
            <a:r>
              <a:rPr lang="en-US" sz="1000" dirty="0"/>
              <a:t> Editor Event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202C1E8-8DBE-CBA1-29AA-D8F88566B4E5}"/>
              </a:ext>
            </a:extLst>
          </p:cNvPr>
          <p:cNvSpPr/>
          <p:nvPr/>
        </p:nvSpPr>
        <p:spPr>
          <a:xfrm>
            <a:off x="4185285" y="3145202"/>
            <a:ext cx="1705356" cy="25539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Filtering System (4 Filters)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8C076A-6795-4854-1DB2-1DBC26AB1325}"/>
              </a:ext>
            </a:extLst>
          </p:cNvPr>
          <p:cNvSpPr/>
          <p:nvPr/>
        </p:nvSpPr>
        <p:spPr>
          <a:xfrm>
            <a:off x="7752207" y="3675825"/>
            <a:ext cx="1705356" cy="25539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Valid Stroke Count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0A60A42-B4FA-DECD-A5DE-120710137C81}"/>
              </a:ext>
            </a:extLst>
          </p:cNvPr>
          <p:cNvSpPr/>
          <p:nvPr/>
        </p:nvSpPr>
        <p:spPr>
          <a:xfrm>
            <a:off x="5968746" y="3694112"/>
            <a:ext cx="1705356" cy="25539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Filtering System (4 Filters)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4F7B649-E585-DB7C-715E-D61F7B5DCA37}"/>
              </a:ext>
            </a:extLst>
          </p:cNvPr>
          <p:cNvSpPr/>
          <p:nvPr/>
        </p:nvSpPr>
        <p:spPr>
          <a:xfrm>
            <a:off x="4185285" y="3694113"/>
            <a:ext cx="1705356" cy="25539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Timing Filter &lt;30ms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040DB40-0CED-7D0D-CF67-8CE2947CD831}"/>
              </a:ext>
            </a:extLst>
          </p:cNvPr>
          <p:cNvSpPr/>
          <p:nvPr/>
        </p:nvSpPr>
        <p:spPr>
          <a:xfrm>
            <a:off x="2401824" y="3694113"/>
            <a:ext cx="1705356" cy="25539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Auto Pair Filter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B139804-CD29-83C4-4D48-93C4EBA5E2E1}"/>
              </a:ext>
            </a:extLst>
          </p:cNvPr>
          <p:cNvSpPr/>
          <p:nvPr/>
        </p:nvSpPr>
        <p:spPr>
          <a:xfrm>
            <a:off x="625602" y="3706368"/>
            <a:ext cx="1705356" cy="25539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Paste Filter &gt;5 char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DF29EB0-4D79-0787-90E4-99C0159908BA}"/>
              </a:ext>
            </a:extLst>
          </p:cNvPr>
          <p:cNvSpPr/>
          <p:nvPr/>
        </p:nvSpPr>
        <p:spPr>
          <a:xfrm>
            <a:off x="4079369" y="4163410"/>
            <a:ext cx="1922907" cy="455009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Update Counters</a:t>
            </a:r>
          </a:p>
          <a:p>
            <a:pPr algn="ctr"/>
            <a:r>
              <a:rPr lang="en-US" sz="1000" dirty="0"/>
              <a:t>File Count++ | Global Count++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1862C67-6119-9450-3588-3F5439057F7B}"/>
              </a:ext>
            </a:extLst>
          </p:cNvPr>
          <p:cNvSpPr/>
          <p:nvPr/>
        </p:nvSpPr>
        <p:spPr>
          <a:xfrm>
            <a:off x="6002276" y="4856576"/>
            <a:ext cx="1705356" cy="25539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Update UI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8422E2A-D44C-88E3-7A67-D8B4E4B43E42}"/>
              </a:ext>
            </a:extLst>
          </p:cNvPr>
          <p:cNvSpPr/>
          <p:nvPr/>
        </p:nvSpPr>
        <p:spPr>
          <a:xfrm>
            <a:off x="4185285" y="4863299"/>
            <a:ext cx="1705356" cy="25539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Save to JSON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9446A50-656B-57A2-DF53-2F7753C05021}"/>
              </a:ext>
            </a:extLst>
          </p:cNvPr>
          <p:cNvSpPr/>
          <p:nvPr/>
        </p:nvSpPr>
        <p:spPr>
          <a:xfrm>
            <a:off x="2330958" y="4856576"/>
            <a:ext cx="1705356" cy="25539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Write to Log File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DC1EFCC-2C69-CE23-6C46-2AD8C3BF701E}"/>
              </a:ext>
            </a:extLst>
          </p:cNvPr>
          <p:cNvSpPr/>
          <p:nvPr/>
        </p:nvSpPr>
        <p:spPr>
          <a:xfrm>
            <a:off x="4185285" y="5292085"/>
            <a:ext cx="1705356" cy="24757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Storage System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A055113-2B7A-1D66-4C27-D795D5C6FA71}"/>
              </a:ext>
            </a:extLst>
          </p:cNvPr>
          <p:cNvSpPr/>
          <p:nvPr/>
        </p:nvSpPr>
        <p:spPr>
          <a:xfrm>
            <a:off x="2330958" y="5795306"/>
            <a:ext cx="2064258" cy="54148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Per-File Log Files(filename-log.txt)</a:t>
            </a:r>
          </a:p>
          <a:p>
            <a:pPr algn="ctr"/>
            <a:r>
              <a:rPr lang="en-US" sz="1000" dirty="0"/>
              <a:t>[Time] | </a:t>
            </a:r>
            <a:r>
              <a:rPr lang="en-US" sz="1000" dirty="0" err="1"/>
              <a:t>Line:Col</a:t>
            </a:r>
            <a:r>
              <a:rPr lang="en-US" sz="1000" dirty="0"/>
              <a:t> | “char” | Count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43A8429-35F2-9EDF-3F1C-1EFF6A5B14DB}"/>
              </a:ext>
            </a:extLst>
          </p:cNvPr>
          <p:cNvSpPr/>
          <p:nvPr/>
        </p:nvSpPr>
        <p:spPr>
          <a:xfrm>
            <a:off x="5643374" y="5817251"/>
            <a:ext cx="2064258" cy="5195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JSON Statistics(Keystroke-</a:t>
            </a:r>
            <a:r>
              <a:rPr lang="en-US" sz="1000" dirty="0" err="1"/>
              <a:t>stats.json</a:t>
            </a:r>
            <a:r>
              <a:rPr lang="en-US" sz="1000" dirty="0"/>
              <a:t>)</a:t>
            </a:r>
          </a:p>
          <a:p>
            <a:pPr algn="ctr"/>
            <a:r>
              <a:rPr lang="en-US" sz="1000" dirty="0"/>
              <a:t>{</a:t>
            </a:r>
            <a:r>
              <a:rPr lang="en-US" sz="1000" dirty="0" err="1"/>
              <a:t>globalCount</a:t>
            </a:r>
            <a:r>
              <a:rPr lang="en-US" sz="1000" dirty="0"/>
              <a:t>: X, files: {…}}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F370390-4190-EA12-E066-04B697803D97}"/>
              </a:ext>
            </a:extLst>
          </p:cNvPr>
          <p:cNvSpPr/>
          <p:nvPr/>
        </p:nvSpPr>
        <p:spPr>
          <a:xfrm>
            <a:off x="8563546" y="4182967"/>
            <a:ext cx="1922907" cy="45500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User Interface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DDAE83D-840E-09B5-B4B0-F9E8A809D407}"/>
              </a:ext>
            </a:extLst>
          </p:cNvPr>
          <p:cNvSpPr/>
          <p:nvPr/>
        </p:nvSpPr>
        <p:spPr>
          <a:xfrm>
            <a:off x="8563545" y="4864175"/>
            <a:ext cx="1922907" cy="45500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STATUS BAR “file.py: 150 keystrokes” ( Clickable)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3433AC6-C0E3-5B08-DDB1-D6B7629F5AA3}"/>
              </a:ext>
            </a:extLst>
          </p:cNvPr>
          <p:cNvSpPr/>
          <p:nvPr/>
        </p:nvSpPr>
        <p:spPr>
          <a:xfrm>
            <a:off x="8563545" y="5539655"/>
            <a:ext cx="1922907" cy="79616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Commands:</a:t>
            </a:r>
          </a:p>
          <a:p>
            <a:pPr algn="ctr"/>
            <a:r>
              <a:rPr lang="en-US" sz="1000" dirty="0"/>
              <a:t>-Show Stats(</a:t>
            </a:r>
            <a:r>
              <a:rPr lang="en-US" sz="1000" dirty="0" err="1"/>
              <a:t>Ctrl+Shift+k</a:t>
            </a:r>
            <a:r>
              <a:rPr lang="en-US" sz="1000" dirty="0"/>
              <a:t>)</a:t>
            </a:r>
          </a:p>
          <a:p>
            <a:pPr algn="ctr"/>
            <a:r>
              <a:rPr lang="en-US" sz="1000" dirty="0"/>
              <a:t>-Reset Counter</a:t>
            </a:r>
          </a:p>
          <a:p>
            <a:pPr algn="ctr"/>
            <a:r>
              <a:rPr lang="en-US" sz="1000" dirty="0"/>
              <a:t>-Open Log File</a:t>
            </a:r>
          </a:p>
          <a:p>
            <a:pPr algn="ctr"/>
            <a:r>
              <a:rPr lang="en-US" sz="1000" dirty="0"/>
              <a:t>Update UI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47C200C-1076-C0B4-70E3-F53AD02C552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297168" y="1003691"/>
            <a:ext cx="0" cy="264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AD3706-226A-A3CA-E3EF-9AF3EE74950C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6297168" y="1523218"/>
            <a:ext cx="0" cy="162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160D0C9-3D10-CC79-3435-CAD848B39C6B}"/>
              </a:ext>
            </a:extLst>
          </p:cNvPr>
          <p:cNvCxnSpPr>
            <a:stCxn id="15" idx="2"/>
            <a:endCxn id="14" idx="0"/>
          </p:cNvCxnSpPr>
          <p:nvPr/>
        </p:nvCxnSpPr>
        <p:spPr>
          <a:xfrm>
            <a:off x="3542538" y="2485125"/>
            <a:ext cx="2286" cy="203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56C48E8-A1D6-F2E3-D6B2-DD0F77A39043}"/>
              </a:ext>
            </a:extLst>
          </p:cNvPr>
          <p:cNvCxnSpPr>
            <a:stCxn id="16" idx="2"/>
            <a:endCxn id="12" idx="0"/>
          </p:cNvCxnSpPr>
          <p:nvPr/>
        </p:nvCxnSpPr>
        <p:spPr>
          <a:xfrm>
            <a:off x="9525000" y="2485126"/>
            <a:ext cx="0" cy="172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64EC7E8-8D45-3C88-B48E-6F0F4F9E6CB4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 rot="5400000">
            <a:off x="4775577" y="708136"/>
            <a:ext cx="288553" cy="275463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2E91F81C-770A-9829-A82D-27C85EB22EA8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 rot="16200000" flipH="1">
            <a:off x="7766807" y="471536"/>
            <a:ext cx="288554" cy="32278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BC315C3F-5F56-AD6C-D8B7-E917AE261387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>
            <a:off x="4117356" y="-922153"/>
            <a:ext cx="253969" cy="410565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65F76645-6B4B-421B-A9C4-90D44F65908B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8396748" y="-1095889"/>
            <a:ext cx="253969" cy="445312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A7877C6-DBF3-5D89-B030-9F21FA3BE24F}"/>
              </a:ext>
            </a:extLst>
          </p:cNvPr>
          <p:cNvCxnSpPr>
            <a:stCxn id="12" idx="2"/>
            <a:endCxn id="35" idx="0"/>
          </p:cNvCxnSpPr>
          <p:nvPr/>
        </p:nvCxnSpPr>
        <p:spPr>
          <a:xfrm>
            <a:off x="9525000" y="2912704"/>
            <a:ext cx="0" cy="1270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769C0DE3-CB72-E08D-4CF2-29CCE0334C94}"/>
              </a:ext>
            </a:extLst>
          </p:cNvPr>
          <p:cNvCxnSpPr>
            <a:stCxn id="14" idx="2"/>
            <a:endCxn id="19" idx="0"/>
          </p:cNvCxnSpPr>
          <p:nvPr/>
        </p:nvCxnSpPr>
        <p:spPr>
          <a:xfrm rot="16200000" flipH="1">
            <a:off x="4190812" y="2298050"/>
            <a:ext cx="201163" cy="149313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9208369-215A-62E7-E9BB-214435A91A94}"/>
              </a:ext>
            </a:extLst>
          </p:cNvPr>
          <p:cNvCxnSpPr>
            <a:stCxn id="19" idx="2"/>
            <a:endCxn id="22" idx="0"/>
          </p:cNvCxnSpPr>
          <p:nvPr/>
        </p:nvCxnSpPr>
        <p:spPr>
          <a:xfrm>
            <a:off x="5037963" y="3400599"/>
            <a:ext cx="0" cy="293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A2D496B5-2CD8-B58D-7FE0-197D0C296B1B}"/>
              </a:ext>
            </a:extLst>
          </p:cNvPr>
          <p:cNvCxnSpPr>
            <a:stCxn id="19" idx="2"/>
            <a:endCxn id="24" idx="0"/>
          </p:cNvCxnSpPr>
          <p:nvPr/>
        </p:nvCxnSpPr>
        <p:spPr>
          <a:xfrm rot="5400000">
            <a:off x="3105238" y="1773642"/>
            <a:ext cx="305769" cy="355968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0056B8BD-A308-78BC-3C8C-31E0DC65D5C4}"/>
              </a:ext>
            </a:extLst>
          </p:cNvPr>
          <p:cNvCxnSpPr>
            <a:stCxn id="19" idx="2"/>
            <a:endCxn id="23" idx="0"/>
          </p:cNvCxnSpPr>
          <p:nvPr/>
        </p:nvCxnSpPr>
        <p:spPr>
          <a:xfrm rot="5400000">
            <a:off x="3999476" y="2655626"/>
            <a:ext cx="293514" cy="178346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0F3B4E4D-6B83-DBAE-A66D-FE1EBD181BA3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 rot="16200000" flipH="1">
            <a:off x="5782937" y="2655624"/>
            <a:ext cx="293513" cy="178346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47166B9C-ECB1-1FCC-560D-0ED7A6F38421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 rot="16200000" flipH="1">
            <a:off x="6683811" y="1754751"/>
            <a:ext cx="275226" cy="356692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AFD02F4-837E-7269-E90E-936DCF2A1FE4}"/>
              </a:ext>
            </a:extLst>
          </p:cNvPr>
          <p:cNvCxnSpPr>
            <a:stCxn id="35" idx="2"/>
            <a:endCxn id="37" idx="0"/>
          </p:cNvCxnSpPr>
          <p:nvPr/>
        </p:nvCxnSpPr>
        <p:spPr>
          <a:xfrm flipH="1">
            <a:off x="9524999" y="4637976"/>
            <a:ext cx="1" cy="226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A25E419-0C9E-E145-66DF-009174A3F5F4}"/>
              </a:ext>
            </a:extLst>
          </p:cNvPr>
          <p:cNvCxnSpPr>
            <a:stCxn id="37" idx="2"/>
            <a:endCxn id="38" idx="0"/>
          </p:cNvCxnSpPr>
          <p:nvPr/>
        </p:nvCxnSpPr>
        <p:spPr>
          <a:xfrm>
            <a:off x="9524999" y="5319184"/>
            <a:ext cx="0" cy="220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E6B56A0-61BB-0BA0-E480-C3EC48FC4E1F}"/>
              </a:ext>
            </a:extLst>
          </p:cNvPr>
          <p:cNvCxnSpPr>
            <a:stCxn id="22" idx="2"/>
            <a:endCxn id="25" idx="0"/>
          </p:cNvCxnSpPr>
          <p:nvPr/>
        </p:nvCxnSpPr>
        <p:spPr>
          <a:xfrm>
            <a:off x="5037963" y="3949510"/>
            <a:ext cx="2860" cy="213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DDACAAB-FC3A-C276-D731-554E77D866C0}"/>
              </a:ext>
            </a:extLst>
          </p:cNvPr>
          <p:cNvCxnSpPr>
            <a:stCxn id="25" idx="2"/>
            <a:endCxn id="27" idx="0"/>
          </p:cNvCxnSpPr>
          <p:nvPr/>
        </p:nvCxnSpPr>
        <p:spPr>
          <a:xfrm flipH="1">
            <a:off x="5037963" y="4618419"/>
            <a:ext cx="2860" cy="244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1E54602E-5FAC-24A3-AF3A-3071F8C683E7}"/>
              </a:ext>
            </a:extLst>
          </p:cNvPr>
          <p:cNvCxnSpPr>
            <a:stCxn id="25" idx="2"/>
            <a:endCxn id="28" idx="0"/>
          </p:cNvCxnSpPr>
          <p:nvPr/>
        </p:nvCxnSpPr>
        <p:spPr>
          <a:xfrm rot="5400000">
            <a:off x="3993152" y="3808904"/>
            <a:ext cx="238157" cy="185718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CEF874AB-977B-5643-9C03-2DCCA2F610F2}"/>
              </a:ext>
            </a:extLst>
          </p:cNvPr>
          <p:cNvCxnSpPr>
            <a:stCxn id="25" idx="2"/>
            <a:endCxn id="26" idx="0"/>
          </p:cNvCxnSpPr>
          <p:nvPr/>
        </p:nvCxnSpPr>
        <p:spPr>
          <a:xfrm rot="16200000" flipH="1">
            <a:off x="5828810" y="3830431"/>
            <a:ext cx="238157" cy="181413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0BDF8732-F6D2-5475-D388-45589F2F8B4C}"/>
              </a:ext>
            </a:extLst>
          </p:cNvPr>
          <p:cNvCxnSpPr>
            <a:stCxn id="32" idx="2"/>
            <a:endCxn id="33" idx="0"/>
          </p:cNvCxnSpPr>
          <p:nvPr/>
        </p:nvCxnSpPr>
        <p:spPr>
          <a:xfrm rot="5400000">
            <a:off x="4072700" y="4830042"/>
            <a:ext cx="255651" cy="16748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B0C7675A-6F9A-7E02-FC33-5EEC2A3413A8}"/>
              </a:ext>
            </a:extLst>
          </p:cNvPr>
          <p:cNvCxnSpPr>
            <a:stCxn id="32" idx="2"/>
            <a:endCxn id="34" idx="0"/>
          </p:cNvCxnSpPr>
          <p:nvPr/>
        </p:nvCxnSpPr>
        <p:spPr>
          <a:xfrm rot="16200000" flipH="1">
            <a:off x="5717935" y="4859683"/>
            <a:ext cx="277596" cy="16375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8216CE08-DD1C-E047-EDD0-85A30195822B}"/>
              </a:ext>
            </a:extLst>
          </p:cNvPr>
          <p:cNvCxnSpPr>
            <a:stCxn id="27" idx="2"/>
            <a:endCxn id="32" idx="0"/>
          </p:cNvCxnSpPr>
          <p:nvPr/>
        </p:nvCxnSpPr>
        <p:spPr>
          <a:xfrm>
            <a:off x="5037963" y="5118696"/>
            <a:ext cx="0" cy="173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020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152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Rao Mhetre</dc:creator>
  <cp:lastModifiedBy>Akshay Rao Mhetre</cp:lastModifiedBy>
  <cp:revision>1</cp:revision>
  <dcterms:created xsi:type="dcterms:W3CDTF">2025-12-31T06:57:05Z</dcterms:created>
  <dcterms:modified xsi:type="dcterms:W3CDTF">2025-12-31T07:36:43Z</dcterms:modified>
</cp:coreProperties>
</file>